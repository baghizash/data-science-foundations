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5E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PORTOFOLIO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Predicting Bicycle Rental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CFEFF"/>
                </a:solidFill>
                <a:latin typeface="Calibri"/>
              </a:defRPr>
            </a:pPr>
            <a:r>
              <a:t>Memprediksi jumlah sepeda yang akan disewa esok hari</a:t>
            </a:r>
            <a:br/>
            <a:r>
              <a:t>dengan regresi linear: dari EDA sampai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BAGHIZ ASSHIDDIQIE ARASYA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EFF"/>
                </a:solidFill>
                <a:latin typeface="Calibri"/>
              </a:defRPr>
            </a:pPr>
            <a:r>
              <a:t>Data Science Foundations (University of London)  • 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  •  Masalah yang Diselesaikan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Pertanyaan bisnis: BERAPA sepeda yang akan disewa BESOK?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Jawaban yang bagus = operator bisa menyiapkan jumlah sepeda yang pas: tidak kekurangan (pelanggan kecewa), tidak kelebihan (sepeda menganggur).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Ini adalah masalah REGRESI: menebak ANGKA (bukan kategori).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Pendekatan: pahami data dulu (EDA + korelasi), lalu latih model regresi linear, uji dengan jujur, perbaiki dengan fitur baru.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Calibri"/>
              </a:defRPr>
            </a:pPr>
            <a:r>
              <a:t>ANALOGI: seperti meramal omzet warung besok: lihat cuaca, lihat hari apa, lihat tren seminggu terakhir — lalu putuskan berapa bahan yang dibeli.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  •  Dataset: day.csv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731 hari data sewa harian (tahun 2011 s.d. 2012).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cnt: jumlah sepeda disewa per hari (TARGET yang diprediksi).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atemp: suhu yang dirasakan tubuh (skala 0–1).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weathersit: kondisi cuaca (1 = cerah, 2 = berawan, 3 = hujan ringan, 4 = hujan lebat).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dteday/date: tanggal (diubah ke format datetime).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Tools: Python — pandas (baca &amp; olah tabel), Matplotlib (grafik), NumPy (hitung RMSE).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554480"/>
            <a:ext cx="5029200" cy="292608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691639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onsolas"/>
              </a:defRPr>
            </a:pPr>
            <a:r>
              <a:t>import pandas as pd</a:t>
            </a:r>
            <a:br/>
            <a:r>
              <a:t>df = pd.read_csv("day.csv")</a:t>
            </a:r>
            <a:br/>
            <a:r>
              <a:t>df["date"] = pd.to_datetime(df["dteday"])</a:t>
            </a:r>
            <a:br/>
            <a:r>
              <a:t># df["cnt"]   -&gt; target</a:t>
            </a:r>
            <a:br/>
            <a:r>
              <a:t># df["atemp"] -&gt; fitur utama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  •  EDA: Pola Sewa vs Cuaca</a:t>
            </a:r>
          </a:p>
        </p:txBody>
      </p:sp>
      <p:pic>
        <p:nvPicPr>
          <p:cNvPr id="4" name="Picture 3" descr="cap_scatter_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37876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Titik biru (cerah) mendominasi puncak sewa.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Rata-rata sewa harian: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   • Cuaca 1 (cerah): 4.876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   • Cuaca 2 (berawan): 4.035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   • Cuaca 3: jauh lebih rendah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Musiman jelas: sewa naik saat hangat, turun saat dingin/hujan.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  •  Korelasi: Suhu vs Jumlah Sewa</a:t>
            </a:r>
          </a:p>
        </p:txBody>
      </p:sp>
      <p:pic>
        <p:nvPicPr>
          <p:cNvPr id="4" name="Picture 3" descr="cap_scatter_a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37876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Koefisien korelasi cnt vs atemp: r = 0,63 (positif, cukup kuat).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Suhu TERASA (apparent temperature) lebih prediktif daripada suhu biasa.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Korelasi BUKAN kausalitas: suhu tidak 'menyebabkan' orang menyewa — ia hanya bergerak bersama.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5120640"/>
            <a:ext cx="3657600" cy="10972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5303520"/>
            <a:ext cx="3108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Calibri"/>
              </a:defRPr>
            </a:pPr>
            <a:r>
              <a:t>ANALOGI: es krim dan kasus tenggelam sama-sama naik saat panas, tapi es krim tidak menyebabkan tenggelam.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  •  Empat Fase Proyek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FASE 0 — Problem definition: rumuskan pertanyaan ('berapa sepeda disewa besok?').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FASE 1 — Getting the data: baca day.csv dengan pandas (pd.read_csv).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FASE 2 — Correlation &amp; EDA: jelajahi pola, hitung korelasi antar kolom.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FASE 3 — Modeling: latih regresi linear, evaluasi dengan RMSE di data validasi.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Kunci: boleh LOOP BACK — kalau model jelek, kembali tambah fitur / bersihkan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6  •  Model: Regresi Linear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Regresi linear menarik GARIS BEST FIT: garis lurus yang paling pas di tengah data.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Asumsi: hubungan input–output itu linear + sedikit noise.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Residual = selisih tiap tebakan vs data asli (dikuadratkan, lalu diminimalkan).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Multilinear: input banyak → garis menjadi hyperplane di dimensi lebih tinggi.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554480"/>
            <a:ext cx="5029200" cy="3108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691639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onsolas"/>
              </a:defRPr>
            </a:pPr>
            <a:r>
              <a:t>from sklearn.linear_model import LinearRegression</a:t>
            </a:r>
            <a:br/>
            <a:r>
              <a:t>lr = LinearRegression()</a:t>
            </a:r>
            <a:br/>
            <a:r>
              <a:t>X = df['atemp'].values.reshape(-1,1)</a:t>
            </a:r>
            <a:br/>
            <a:r>
              <a:t>y = df['cnt'].values.reshape(-1,1)</a:t>
            </a:r>
            <a:br/>
            <a:r>
              <a:t>lr.fit(X, y)   # latih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7  •  Uji Jujur: Train/Validation Split + RMSE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Training set: data SEBELUM 2012-06-01 → untuk melatih model (soal latihan).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Validation set: data MULAI 2012-06-01 → untuk menguji di data yang belum pernah dilihat (soal ujian).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RMSE (Root Mean Squared Error): rata-rata kesalahan tebakan — makin kecil, makin bagus. Dihitung di VALIDATION 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10698480" cy="14630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3434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onsolas"/>
              </a:defRPr>
            </a:pPr>
            <a:r>
              <a:t>training_set   = df[df['date'] &lt;  '2012-06-01']</a:t>
            </a:r>
            <a:br/>
            <a:r>
              <a:t>validation_set = df[df['date'] &gt;= '2012-06-01']</a:t>
            </a:r>
            <a:br/>
            <a:r>
              <a:t>rmse = np.sqrt(((lr.predict(validation_inputs) - validation_outputs)**2).mean())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52160"/>
            <a:ext cx="10698480" cy="7315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60350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Calibri"/>
              </a:defRPr>
            </a:pPr>
            <a:r>
              <a:t>ANALOGI: nilai ujian yang jujur hanya dari soal yang belum pernah dilihat murid.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8  •  Hasil: RMSE Turun Setelah Feature Engineering</a:t>
            </a:r>
          </a:p>
        </p:txBody>
      </p:sp>
      <p:pic>
        <p:nvPicPr>
          <p:cNvPr id="4" name="Picture 3" descr="cap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5852160" cy="3340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Model awal (hanya atemp): RMSE ± 2.000 dari skala ~8.000/hari — buruk.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Bagus di training, jelek di validasi = OVERFIT (menghafal, bukan memahami).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Akar masalah: fitur input kurang — model tidak tahu tren waktu.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Setelah fitur last_week: kesalahan turun signifikan.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9  •  Feature Engineering: Fitur last_week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Fitur baru last_week = rata-rata sewa 7 hari terakhir untuk tiap hari.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Menangkap TREN WAKTU yang terlewat model awal.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dropna(): buang 7 baris awal yang kosong akibat perhitungan geser.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554480"/>
            <a:ext cx="5029200" cy="274320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691639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onsolas"/>
              </a:defRPr>
            </a:pPr>
            <a:r>
              <a:t>df['last_week'] = (df['cnt'].cumsum()</a:t>
            </a:r>
            <a:br/>
            <a:r>
              <a:t>    - df['cnt'].cumsum().shift(7)) / 7</a:t>
            </a:r>
            <a:br/>
            <a:r>
              <a:t>df = df.dropna()  # buang baris kosong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303520"/>
            <a:ext cx="101498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Calibri"/>
              </a:defRPr>
            </a:pPr>
            <a:r>
              <a:t>ANALOGI: meramal omzet warung: selain cuaca, lihat juga rata-rata omzet seminggu terakhir.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10  •  Keterbatasan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Model masih linear: tidak menangkap pola non-linear yang kompleks (misalnya efek gabungan cuaca ekstrem + akhir pekan).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Hanya memakai fitur sederhana (atemp + last_week); fitur kalender (hari libur, musim) belum dieksplorasi.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Validasi satu belahan waktu (mulai 2012-06-01) — belum cross-validation berulang.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Data sintetis/terbatas 2 tahun: generalisasi ke kota &amp; tahun lain belum teruji.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11  •  Pelajaran yang Didapat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1. Definisikan masalah dulu (fase 0) — model hebat tidak berguna kalau menjawab pertanyaan yang salah.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2. EDA sebelum modeling: grafik date-vs-cnt langsung menunjukkan peran cuaca &amp; musim.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3. Korelasi ≠ kausalitas: pakai korelasi untuk memilih fitur, bukan untuk menyimpulkan sebab-akibat.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4. Uji di data baru (validation): RMSE 2000/8000 adalah alarm jujur bahwa model belum cukup.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5. Kalau model jelek, loop back: feature engineering (last_week) sering lebih ampuh daripada ganti algoritma.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5E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CFEFF"/>
                </a:solidFill>
                <a:latin typeface="Calibri"/>
              </a:defRPr>
            </a:pPr>
            <a:r>
              <a:t>Stack yang dipakai:</a:t>
            </a:r>
            <a:br/>
            <a:r>
              <a:t>Python  •  pandas  •  NumPy  •  Matplotlib  •  scikit-learn  •  Jupyter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BAGHIZ ASSHIDDIQIE ARASYA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EFF"/>
                </a:solidFill>
                <a:latin typeface="Calibri"/>
              </a:defRPr>
            </a:pPr>
            <a:r>
              <a:t>Data Science Foundations (University of London) — Capstone Course 7/8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